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16975" y="146304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9695383" y="146304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73791" y="146304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16975" y="24414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95383" y="24414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3791" y="24414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16975" y="341985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95383" y="341985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73791" y="341985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286000"/>
            <a:ext cx="768096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Subtitle: what you are asking for, in one line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7680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 |  Presenter name, 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Shape 1"/>
          <p:cNvSpPr/>
          <p:nvPr/>
        </p:nvSpPr>
        <p:spPr>
          <a:xfrm>
            <a:off x="9722815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81183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39551" y="2103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22815" y="27614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81183" y="27614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039551" y="276148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22815" y="341985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81183" y="341985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039551" y="341985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DE68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line on what this section covers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slide title as the message, in one sentence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to five bullets of supporting points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 each bullet to one line where you can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Put detail in the speaker notes, not on the slide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254496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Sinar Maju Sdn Bhd  |  Internal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911535" y="6254496"/>
            <a:ext cx="731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related points side by side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3492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Left column: the first point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Its supporting detail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554480"/>
            <a:ext cx="52120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Right column: the second point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Its supporting detail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6254496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Sinar Maju Sdn Bhd  |  Internal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11535" y="6254496"/>
            <a:ext cx="731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Option A against option B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349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492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it costs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you get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main risk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291072" y="1508760"/>
            <a:ext cx="5349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91072" y="2103120"/>
            <a:ext cx="53492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it costs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you get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main risk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254496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Sinar Maju Sdn Bhd  |  Internal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911535" y="6254496"/>
            <a:ext cx="731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table when the reader needs to compare figures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3200400" cy="502920"/>
          </a:xfrm>
          <a:prstGeom prst="rect">
            <a:avLst/>
          </a:prstGeom>
          <a:solidFill>
            <a:srgbClr val="B45309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749040" y="1600200"/>
            <a:ext cx="2478024" cy="502920"/>
          </a:xfrm>
          <a:prstGeom prst="rect">
            <a:avLst/>
          </a:prstGeom>
          <a:solidFill>
            <a:srgbClr val="B45309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27064" y="1600200"/>
            <a:ext cx="2478024" cy="502920"/>
          </a:xfrm>
          <a:prstGeom prst="rect">
            <a:avLst/>
          </a:prstGeom>
          <a:solidFill>
            <a:srgbClr val="B45309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705088" y="1600200"/>
            <a:ext cx="2937967" cy="502920"/>
          </a:xfrm>
          <a:prstGeom prst="rect">
            <a:avLst/>
          </a:prstGeom>
          <a:solidFill>
            <a:srgbClr val="B45309"/>
          </a:solidFill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3200400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10312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RM0.00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27064" y="210312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RM0.00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705088" y="2103120"/>
            <a:ext cx="2937967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RM0.00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06040"/>
            <a:ext cx="3200400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60604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days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27064" y="260604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days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705088" y="2606040"/>
            <a:ext cx="2937967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days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3200400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10896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years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310896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years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05088" y="3108960"/>
            <a:ext cx="2937967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years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3200400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requirement?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361188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3611880"/>
            <a:ext cx="2478024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705088" y="3611880"/>
            <a:ext cx="2937967" cy="502920"/>
          </a:xfrm>
          <a:prstGeom prst="rect">
            <a:avLst/>
          </a:prstGeom>
          <a:noFill/>
          <a:ln w="9525">
            <a:solidFill>
              <a:srgbClr val="D1D5DB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6254496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Sinar Maju Sdn Bhd  |  Internal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911535" y="6254496"/>
            <a:ext cx="731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chart title as what the chart shows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3193869"/>
            <a:ext cx="1097280" cy="1881051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828109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16636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2488474"/>
            <a:ext cx="1097280" cy="258644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34640" y="2122714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516636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817658"/>
            <a:ext cx="1097280" cy="225726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451898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516636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1097280" cy="3291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5166360"/>
            <a:ext cx="1097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1508760"/>
            <a:ext cx="3322015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or two sentences on what the reader should take from the chart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254496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54496"/>
            <a:ext cx="32918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6254496"/>
            <a:ext cx="5486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Sinar Maju Sdn Bhd  |  Internal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11535" y="6254496"/>
            <a:ext cx="731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6692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566928"/>
            <a:ext cx="713232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16975" y="146304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95383" y="146304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73791" y="146304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8716975" y="24414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95383" y="24414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73791" y="24414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16975" y="341985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</p:spPr>
      </p:sp>
      <p:sp>
        <p:nvSpPr>
          <p:cNvPr id="12" name="Shape 10"/>
          <p:cNvSpPr/>
          <p:nvPr/>
        </p:nvSpPr>
        <p:spPr>
          <a:xfrm>
            <a:off x="9695383" y="341985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73791" y="3419856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45309">
              <a:alpha val="4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286000"/>
            <a:ext cx="7680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7680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 you are asking the approver to decide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By when, and what happens next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Sinar Maju presentation</dc:title>
  <dc:subject>PptxGenJS Presentation</dc:subject>
  <dc:creator>Sinar Maju Sdn Bhd</dc:creator>
  <cp:lastModifiedBy>Sinar Maju Sdn Bhd</cp:lastModifiedBy>
  <cp:revision>1</cp:revision>
  <dcterms:created xsi:type="dcterms:W3CDTF">2026-10-09T12:00:00Z</dcterms:created>
  <dcterms:modified xsi:type="dcterms:W3CDTF">2026-10-09T12:00:00Z</dcterms:modified>
</cp:coreProperties>
</file>