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bd99a0b-eea4-8f10-663f-c4a7d7a33140}">
          <p14:sldIdLst>
            <p14:sldId id="256"/>
          </p14:sldIdLst>
        </p14:section>
        <p14:section name="Body" id="{ac101b32-dda4-448c-f13a-93fe283dddd8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Close" id="{d3d2e617-335f-08df-8359-9665eef8a418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55</c:v>
                </c:pt>
                <c:pt idx="2">
                  <c:v>48</c:v>
                </c:pt>
                <c:pt idx="3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SM Title. Use it once, for the first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SM Section. Use it to start each part of a longer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SM Content. The default layout for a message with supporting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SM Two Content. Use it for two parallel points, such as a problem and its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SM Comparison. Use it to compare two options under matching headings.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SM Title Only, with a native table. Replace the sample rows; keep the header row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SM Chart. Use a native chart so the figures stay editable.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SM Closing. End with the decision or next step you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 Title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716975" y="1463040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9695383" y="1463040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3791" y="1463040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16975" y="2441448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95383" y="2441448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0673791" y="2441448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16975" y="3419856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95383" y="3419856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73791" y="3419856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>
            <p:ph type="title" hasCustomPrompt="1"/>
          </p:nvPr>
        </p:nvSpPr>
        <p:spPr>
          <a:xfrm>
            <a:off x="548640" y="228600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548640" y="397764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2000" dirty="0">
                <a:solidFill>
                  <a:srgbClr val="D1D5DB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D1D5DB"/>
                </a:solidFill>
              </a:rPr>
              <a:t>Subtitle</a:t>
            </a:r>
            <a:endParaRPr lang="en-US" sz="2000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548640" y="512064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400" dirty="0">
                <a:solidFill>
                  <a:srgbClr val="D97706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97706"/>
                </a:solidFill>
              </a:rPr>
              <a:t>Date | Presenter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 Section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2815" y="2103120"/>
            <a:ext cx="548640" cy="548640"/>
          </a:xfrm>
          <a:prstGeom prst="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81183" y="2103120"/>
            <a:ext cx="548640" cy="548640"/>
          </a:xfrm>
          <a:prstGeom prst="rect">
            <a:avLst>
              <a:gd name="adj" fmla="val 1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39551" y="2103120"/>
            <a:ext cx="548640" cy="548640"/>
          </a:xfrm>
          <a:prstGeom prst="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22815" y="2761488"/>
            <a:ext cx="548640" cy="548640"/>
          </a:xfrm>
          <a:prstGeom prst="rect">
            <a:avLst>
              <a:gd name="adj" fmla="val 1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81183" y="2761488"/>
            <a:ext cx="548640" cy="548640"/>
          </a:xfrm>
          <a:prstGeom prst="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39551" y="2761488"/>
            <a:ext cx="548640" cy="548640"/>
          </a:xfrm>
          <a:prstGeom prst="rect">
            <a:avLst>
              <a:gd name="adj" fmla="val 1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722815" y="3419856"/>
            <a:ext cx="548640" cy="548640"/>
          </a:xfrm>
          <a:prstGeom prst="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81183" y="3419856"/>
            <a:ext cx="548640" cy="548640"/>
          </a:xfrm>
          <a:prstGeom prst="rect">
            <a:avLst>
              <a:gd name="adj" fmla="val 1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39551" y="3419856"/>
            <a:ext cx="548640" cy="548640"/>
          </a:xfrm>
          <a:prstGeom prst="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Text 9"/>
          <p:cNvSpPr/>
          <p:nvPr>
            <p:ph type="title" hasCustomPrompt="1"/>
          </p:nvPr>
        </p:nvSpPr>
        <p:spPr>
          <a:xfrm>
            <a:off x="548640" y="2377440"/>
            <a:ext cx="8686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54864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2000" dirty="0">
                <a:solidFill>
                  <a:srgbClr val="FDE68A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DE68A"/>
                </a:solidFill>
              </a:rPr>
              <a:t>What this section covers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SM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Sinar Maju Sdn Bhd  |  Internal</a:t>
            </a:r>
            <a:endParaRPr lang="en-US" sz="1000" dirty="0"/>
          </a:p>
        </p:txBody>
      </p:sp>
      <p:sp>
        <p:nvSpPr>
          <p:cNvPr id="4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508760"/>
            <a:ext cx="11094415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 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Sinar Maju Sdn Bhd  |  Internal</a:t>
            </a:r>
            <a:endParaRPr lang="en-US" sz="1000" dirty="0"/>
          </a:p>
        </p:txBody>
      </p:sp>
      <p:sp>
        <p:nvSpPr>
          <p:cNvPr id="4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508760"/>
            <a:ext cx="53492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Text</a:t>
            </a:r>
            <a:endParaRPr lang="en-US" sz="18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291072" y="1508760"/>
            <a:ext cx="53492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 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Sinar Maju Sdn Bhd  |  Internal</a:t>
            </a:r>
            <a:endParaRPr lang="en-US" sz="1000" dirty="0"/>
          </a:p>
        </p:txBody>
      </p:sp>
      <p:sp>
        <p:nvSpPr>
          <p:cNvPr id="4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508760"/>
            <a:ext cx="5349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Heading</a:t>
            </a:r>
            <a:endParaRPr lang="en-US" sz="2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2103120"/>
            <a:ext cx="534924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Text</a:t>
            </a:r>
            <a:endParaRPr lang="en-US" sz="1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6291072" y="1508760"/>
            <a:ext cx="5349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Heading</a:t>
            </a:r>
            <a:endParaRPr lang="en-US" sz="2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6291072" y="2103120"/>
            <a:ext cx="534924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 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Sinar Maju Sdn Bhd  |  Internal</a:t>
            </a:r>
            <a:endParaRPr lang="en-US" sz="1000" dirty="0"/>
          </a:p>
        </p:txBody>
      </p:sp>
      <p:sp>
        <p:nvSpPr>
          <p:cNvPr id="4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 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Sinar Maju Sdn Bhd  |  Internal</a:t>
            </a:r>
            <a:endParaRPr lang="en-US" sz="1000" dirty="0"/>
          </a:p>
        </p:txBody>
      </p:sp>
      <p:sp>
        <p:nvSpPr>
          <p:cNvPr id="4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5" name="Text 2"/>
          <p:cNvSpPr/>
          <p:nvPr>
            <p:ph idx="103" type="chart" hasCustomPrompt="1"/>
          </p:nvPr>
        </p:nvSpPr>
        <p:spPr>
          <a:xfrm>
            <a:off x="548640" y="1508760"/>
            <a:ext cx="74066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321040" y="1508760"/>
            <a:ext cx="3322015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Key takeaway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 Closing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716975" y="1463040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5383" y="1463040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73791" y="1463040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8716975" y="2441448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95383" y="2441448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0673791" y="2441448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16975" y="3419856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9695383" y="3419856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73791" y="3419856"/>
            <a:ext cx="868680" cy="868680"/>
          </a:xfrm>
          <a:prstGeom prst="rect">
            <a:avLst>
              <a:gd name="adj" fmla="val 8421"/>
            </a:avLst>
          </a:prstGeom>
          <a:solidFill>
            <a:srgbClr val="B45309">
              <a:alpha val="40000"/>
            </a:srgbClr>
          </a:solidFill>
          <a:ln/>
        </p:spPr>
      </p:sp>
      <p:sp>
        <p:nvSpPr>
          <p:cNvPr id="12" name="Text 10"/>
          <p:cNvSpPr/>
          <p:nvPr>
            <p:ph type="title" hasCustomPrompt="1"/>
          </p:nvPr>
        </p:nvSpPr>
        <p:spPr>
          <a:xfrm>
            <a:off x="548640" y="228600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Closing title</a:t>
            </a:r>
            <a:endParaRPr lang="en-US" sz="4000" dirty="0"/>
          </a:p>
        </p:txBody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548640" y="3657600"/>
            <a:ext cx="76809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800" dirty="0">
                <a:solidFill>
                  <a:srgbClr val="D1D5DB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1D5DB"/>
                </a:solidFill>
              </a:rPr>
              <a:t>Text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type="title" hasCustomPrompt="1"/>
          </p:nvPr>
        </p:nvSpPr>
        <p:spPr>
          <a:xfrm>
            <a:off x="548640" y="22860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3" name="Text 10"/>
          <p:cNvSpPr/>
          <p:nvPr>
            <p:ph idx="111" type="body" hasCustomPrompt="1"/>
          </p:nvPr>
        </p:nvSpPr>
        <p:spPr>
          <a:xfrm>
            <a:off x="548640" y="3977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D1D5DB"/>
                </a:solidFill>
              </a:rPr>
              <a:t>Subtitle: what you are asking for, in one line</a:t>
            </a:r>
            <a:endParaRPr lang="en-US" sz="2000" dirty="0"/>
          </a:p>
        </p:txBody>
      </p:sp>
      <p:sp>
        <p:nvSpPr>
          <p:cNvPr id="4" name="Text 10"/>
          <p:cNvSpPr/>
          <p:nvPr>
            <p:ph idx="112" type="body" hasCustomPrompt="1"/>
          </p:nvPr>
        </p:nvSpPr>
        <p:spPr>
          <a:xfrm>
            <a:off x="548640" y="5120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97706"/>
                </a:solidFill>
              </a:rPr>
              <a:t>Date  |  Presenter name, department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type="title" hasCustomPrompt="1"/>
          </p:nvPr>
        </p:nvSpPr>
        <p:spPr>
          <a:xfrm>
            <a:off x="548640" y="2377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DE68A"/>
                </a:solidFill>
              </a:rPr>
              <a:t>One line on what this section covers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Write the slide title as the message, in one sentence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50876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Up to five bullets of supporting points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Keep each bullet to one line where you can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Put detail in the speaker notes, not on the slide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Two related points side by side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50876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Left column: the first point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Its supporting detail</a:t>
            </a:r>
            <a:endParaRPr lang="en-US" sz="1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291072" y="150876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Right column: the second point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Its supporting detail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Option A against option B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5087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Option A</a:t>
            </a:r>
            <a:endParaRPr lang="en-US" sz="2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2103120"/>
            <a:ext cx="53492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it costs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 get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main risk</a:t>
            </a:r>
            <a:endParaRPr lang="en-US" sz="18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6291072" y="15087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Option B</a:t>
            </a:r>
            <a:endParaRPr lang="en-US" sz="20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6291072" y="2103120"/>
            <a:ext cx="53492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it costs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 get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main risk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Use a table when the reader needs to compare figures</a:t>
            </a:r>
            <a:endParaRPr lang="en-US" sz="3400" dirty="0"/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78024"/>
                <a:gridCol w="2478024"/>
                <a:gridCol w="2937967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Option 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Option 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Option 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Price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RM0.00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RM0.00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RM0.00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Delivery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 days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 days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 days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Warranty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 years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 years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0 years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Meets the requirement?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Yes or 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Yes or 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Yes or 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Write the chart title as what the chart shows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>
            <p:ph idx="103" type="chart" hasCustomPrompt="1"/>
          </p:nvPr>
        </p:nvGraphicFramePr>
        <p:xfrm>
          <a:off x="548640" y="150876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2"/>
          <p:cNvSpPr/>
          <p:nvPr>
            <p:ph idx="104" type="body" hasCustomPrompt="1"/>
          </p:nvPr>
        </p:nvSpPr>
        <p:spPr>
          <a:xfrm>
            <a:off x="8321040" y="1508760"/>
            <a:ext cx="3322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or two sentences on what the reader should take from the chart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254496"/>
            <a:ext cx="73152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type="title" hasCustomPrompt="1"/>
          </p:nvPr>
        </p:nvSpPr>
        <p:spPr>
          <a:xfrm>
            <a:off x="548640" y="2286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Decision needed</a:t>
            </a:r>
            <a:endParaRPr lang="en-US" sz="4000" dirty="0"/>
          </a:p>
        </p:txBody>
      </p:sp>
      <p:sp>
        <p:nvSpPr>
          <p:cNvPr id="3" name="Text 10"/>
          <p:cNvSpPr/>
          <p:nvPr>
            <p:ph idx="111" type="body" hasCustomPrompt="1"/>
          </p:nvPr>
        </p:nvSpPr>
        <p:spPr>
          <a:xfrm>
            <a:off x="548640" y="365760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1D5DB"/>
                </a:solidFill>
              </a:rPr>
              <a:t>What you are asking the approver to decide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1D5DB"/>
                </a:solidFill>
              </a:rPr>
              <a:t>By when, and what happens next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nar Maju">
  <a:themeElements>
    <a:clrScheme name="Sinar Maju">
      <a:dk1>
        <a:srgbClr val="1F2937"/>
      </a:dk1>
      <a:lt1>
        <a:srgbClr val="FFFFFF"/>
      </a:lt1>
      <a:dk2>
        <a:srgbClr val="7C2D12"/>
      </a:dk2>
      <a:lt2>
        <a:srgbClr val="F3F4F6"/>
      </a:lt2>
      <a:accent1>
        <a:srgbClr val="B45309"/>
      </a:accent1>
      <a:accent2>
        <a:srgbClr val="0F766E"/>
      </a:accent2>
      <a:accent3>
        <a:srgbClr val="D97706"/>
      </a:accent3>
      <a:accent4>
        <a:srgbClr val="6B7280"/>
      </a:accent4>
      <a:accent5>
        <a:srgbClr val="92400E"/>
      </a:accent5>
      <a:accent6>
        <a:srgbClr val="0E7490"/>
      </a:accent6>
      <a:hlink>
        <a:srgbClr val="B45309"/>
      </a:hlink>
      <a:folHlink>
        <a:srgbClr val="7C2D1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Sinar Maju Sdn Bhd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Sinar Maju presentation template</dc:title>
  <dc:subject>PptxGenJS Presentation</dc:subject>
  <dc:creator>Sinar Maju Sdn Bhd</dc:creator>
  <cp:lastModifiedBy>Sinar Maju Sdn Bhd</cp:lastModifiedBy>
  <cp:revision>1</cp:revision>
  <dcterms:created xsi:type="dcterms:W3CDTF">2026-10-09T12:00:00Z</dcterms:created>
  <dcterms:modified xsi:type="dcterms:W3CDTF">2026-10-09T12:00:00Z</dcterms:modified>
</cp:coreProperties>
</file>